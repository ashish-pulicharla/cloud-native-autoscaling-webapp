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746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5.png"/><Relationship Id="rId1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8.png"/><Relationship Id="rId1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3.png"/><Relationship Id="rId1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1.png"/><Relationship Id="rId5" Type="http://schemas.openxmlformats.org/officeDocument/2006/relationships/image" Target="../media/image4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332720" y="-274320"/>
            <a:ext cx="2926080" cy="2926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280160" y="4937760"/>
            <a:ext cx="3840480" cy="384048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x_project/icons/a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 •  APSSDC INTERNSHIP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9659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Auto-Scaling Web Application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278892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0F7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CI/CD, Monitoring &amp; Infrastructure Automation on AWS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713232" y="3703320"/>
            <a:ext cx="21945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85800" y="4069080"/>
            <a:ext cx="6949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1005840" y="4315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0" y="43159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Faiza,Mohammad Abdul Shaziya Farhana,Ashish Pulicharla,Vinay Ravuri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7731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0" y="4773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C R Reddy College Of Engineering,Eluru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52303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/ MENTOR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00400" y="5230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Bethala Sumana</a:t>
            </a:r>
            <a:b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Juttuka Lovababu 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56875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00400" y="56875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29600" y="4343400"/>
            <a:ext cx="777240" cy="7772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/home/claude/pptx_project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138" y="4529938"/>
            <a:ext cx="404165" cy="40416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9189720" y="4343400"/>
            <a:ext cx="777240" cy="7772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/home/claude/pptx_project/icons/terra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6258" y="4529938"/>
            <a:ext cx="404165" cy="40416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0149840" y="4343400"/>
            <a:ext cx="777240" cy="7772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/home/claude/pptx_project/icons/e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6378" y="4529938"/>
            <a:ext cx="404165" cy="40416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1109960" y="4343400"/>
            <a:ext cx="777240" cy="7772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pptx_project/icons/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6498" y="452993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960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Internship</a:t>
            </a:r>
            <a:endParaRPr lang="en-US" sz="1200" dirty="0"/>
          </a:p>
        </p:txBody>
      </p:sp>
      <p:sp>
        <p:nvSpPr>
          <p:cNvPr id="28" name="Scroll: Vertical 27">
            <a:extLst>
              <a:ext uri="{FF2B5EF4-FFF2-40B4-BE49-F238E27FC236}">
                <a16:creationId xmlns:a16="http://schemas.microsoft.com/office/drawing/2014/main" id="{1C842E5F-3DF4-B851-D4D1-D08B63701355}"/>
              </a:ext>
            </a:extLst>
          </p:cNvPr>
          <p:cNvSpPr/>
          <p:nvPr/>
        </p:nvSpPr>
        <p:spPr>
          <a:xfrm>
            <a:off x="9429717" y="4580357"/>
            <a:ext cx="342965" cy="318275"/>
          </a:xfrm>
          <a:prstGeom prst="verticalScrol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00232" y="201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 Computing?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delivery of computing power, storage, and services over the internet — enabling scalable, pay-as-you-go infrastructure without owning physical hardware.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Cloud-Native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applications scale automatically, recover from failure, and deploy continuously — giving businesses agility, resilience, and lower operational cost.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Project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deploy a fully automated, self-healing, and observable web application on AWS — covering infrastructure, delivery, scaling, and monitoring end-to-end.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2369" y="1340642"/>
            <a:ext cx="4434840" cy="4846320"/>
          </a:xfrm>
          <a:prstGeom prst="roundRect">
            <a:avLst>
              <a:gd name="adj" fmla="val 1649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63524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2148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/home/claude/pptx_project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303" y="2284903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366760" y="21488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Automation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35240" y="2926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/home/claude/pptx_project/icons/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303" y="3062143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366760" y="2926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642080" y="3702655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/home/claude/pptx_project/icons/auto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9938" y="3893608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6760" y="37033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635240" y="4480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/home/claude/pptx_project/icons/cloudw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303" y="4616623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66760" y="44805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7635240" y="5257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pptx_project/icons/secu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1303" y="539386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66760" y="52578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575AA03A-BC83-4472-319B-689B87068309}"/>
              </a:ext>
            </a:extLst>
          </p:cNvPr>
          <p:cNvSpPr/>
          <p:nvPr/>
        </p:nvSpPr>
        <p:spPr>
          <a:xfrm>
            <a:off x="7772531" y="3855576"/>
            <a:ext cx="343569" cy="244127"/>
          </a:xfrm>
          <a:prstGeom prst="curved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00232" y="201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pptx_project/icons/terra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19586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AWS infrastructure using Terraform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251960" y="15087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26280" y="1783080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ptx_project/icons/e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845" y="19586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web application on Amazon EC2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46720" y="15087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pptx_project/icons/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605" y="195864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end-to-end CI/CD pipeline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457200" y="39776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731520" y="4251960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pptx_project/icons/loadbalanc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5" y="4427525"/>
            <a:ext cx="380390" cy="3803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" y="5120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Load Balancer &amp; Auto Scaling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4251960" y="39776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526280" y="4251960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/home/claude/pptx_project/icons/cloudwat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1845" y="4427525"/>
            <a:ext cx="380390" cy="38039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26280" y="5120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infrastructure using CloudWatch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8046720" y="39776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8321040" y="4251960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/home/claude/pptx_project/icons/secur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6605" y="4427525"/>
            <a:ext cx="380390" cy="38039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21040" y="5120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scalability, availability &amp; security</a:t>
            </a:r>
            <a:endParaRPr lang="en-US" sz="1450" dirty="0"/>
          </a:p>
        </p:txBody>
      </p:sp>
      <p:sp>
        <p:nvSpPr>
          <p:cNvPr id="29" name="Rectangle: Folded Corner 28">
            <a:extLst>
              <a:ext uri="{FF2B5EF4-FFF2-40B4-BE49-F238E27FC236}">
                <a16:creationId xmlns:a16="http://schemas.microsoft.com/office/drawing/2014/main" id="{F2CA222F-DFAA-F8FE-0028-0E40E1457C70}"/>
              </a:ext>
            </a:extLst>
          </p:cNvPr>
          <p:cNvSpPr/>
          <p:nvPr/>
        </p:nvSpPr>
        <p:spPr>
          <a:xfrm>
            <a:off x="907085" y="1958645"/>
            <a:ext cx="380390" cy="418795"/>
          </a:xfrm>
          <a:prstGeom prst="foldedCorne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00232" y="201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92840" cy="2331720"/>
          </a:xfrm>
          <a:prstGeom prst="roundRect">
            <a:avLst>
              <a:gd name="adj" fmla="val 2353"/>
            </a:avLst>
          </a:prstGeom>
          <a:solidFill>
            <a:srgbClr val="DCEEF0"/>
          </a:solidFill>
          <a:ln w="15875">
            <a:solidFill>
              <a:srgbClr val="0F7B8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80160" y="1874520"/>
            <a:ext cx="2834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0F7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71600" y="19110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63040" y="2258568"/>
            <a:ext cx="548640" cy="5486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pptx_project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714" y="2390242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834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48840" y="2468880"/>
            <a:ext cx="502920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743200" y="2258568"/>
            <a:ext cx="548640" cy="5486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pptx_project/icons/loadbalanc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874" y="2390242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2834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434840" y="1874520"/>
            <a:ext cx="2834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0F7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4526280" y="19110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17720" y="2258568"/>
            <a:ext cx="548640" cy="5486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pptx_project/icons/auto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394" y="2390242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8056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303520" y="2468880"/>
            <a:ext cx="502920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5897880" y="2258568"/>
            <a:ext cx="548640" cy="5486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/home/claude/pptx_project/icons/e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554" y="2390242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(Nginx)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589520" y="187452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7818120" y="2011680"/>
            <a:ext cx="502920" cy="5029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home/claude/pptx_project/icons/secu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8821" y="2132381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1248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818120" y="2743200"/>
            <a:ext cx="502920" cy="5029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/home/claude/pptx_project/icons/i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8821" y="286390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1248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&amp;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57200" y="39319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685800" y="4041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85800" y="4389120"/>
            <a:ext cx="685800" cy="68580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6" descr="/home/claude/pptx_project/icons/terrafor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" y="4553712"/>
            <a:ext cx="356616" cy="356616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1508760" y="4663440"/>
            <a:ext cx="502920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8"/>
          <p:cNvSpPr/>
          <p:nvPr/>
        </p:nvSpPr>
        <p:spPr>
          <a:xfrm>
            <a:off x="2148840" y="4389120"/>
            <a:ext cx="685800" cy="68580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7" descr="/home/claude/pptx_project/icons/clou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3432" y="4553712"/>
            <a:ext cx="356616" cy="35661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48640" y="51023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50" dirty="0"/>
          </a:p>
        </p:txBody>
      </p:sp>
      <p:sp>
        <p:nvSpPr>
          <p:cNvPr id="40" name="Text 30"/>
          <p:cNvSpPr/>
          <p:nvPr/>
        </p:nvSpPr>
        <p:spPr>
          <a:xfrm>
            <a:off x="1874520" y="51023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8138160" y="39319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32"/>
          <p:cNvSpPr/>
          <p:nvPr/>
        </p:nvSpPr>
        <p:spPr>
          <a:xfrm>
            <a:off x="8366760" y="4041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366760" y="4389120"/>
            <a:ext cx="685800" cy="68580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8" descr="/home/claude/pptx_project/icons/cloudwat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1352" y="4553712"/>
            <a:ext cx="356616" cy="356616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9189720" y="4526280"/>
            <a:ext cx="365760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35"/>
          <p:cNvSpPr/>
          <p:nvPr/>
        </p:nvSpPr>
        <p:spPr>
          <a:xfrm>
            <a:off x="9692640" y="4389120"/>
            <a:ext cx="685800" cy="68580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9" descr="/home/claude/pptx_project/icons/s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7232" y="4553712"/>
            <a:ext cx="356616" cy="356616"/>
          </a:xfrm>
          <a:prstGeom prst="rect">
            <a:avLst/>
          </a:prstGeom>
        </p:spPr>
      </p:pic>
      <p:pic>
        <p:nvPicPr>
          <p:cNvPr id="48" name="Image 10" descr="/home/claude/pptx_project/icons/cloudtrai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61320" y="4480560"/>
            <a:ext cx="502920" cy="50292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229600" y="51023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900" dirty="0"/>
          </a:p>
        </p:txBody>
      </p:sp>
      <p:sp>
        <p:nvSpPr>
          <p:cNvPr id="50" name="Text 37"/>
          <p:cNvSpPr/>
          <p:nvPr/>
        </p:nvSpPr>
        <p:spPr>
          <a:xfrm>
            <a:off x="9555480" y="51023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Alerts</a:t>
            </a:r>
            <a:endParaRPr lang="en-US" sz="900" dirty="0"/>
          </a:p>
        </p:txBody>
      </p:sp>
      <p:sp>
        <p:nvSpPr>
          <p:cNvPr id="51" name="Text 38"/>
          <p:cNvSpPr/>
          <p:nvPr/>
        </p:nvSpPr>
        <p:spPr>
          <a:xfrm>
            <a:off x="10378440" y="51023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2194560" y="1353312"/>
            <a:ext cx="146304" cy="0"/>
          </a:xfrm>
          <a:prstGeom prst="down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0"/>
          <p:cNvSpPr/>
          <p:nvPr/>
        </p:nvSpPr>
        <p:spPr>
          <a:xfrm>
            <a:off x="4251960" y="393192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Text 41"/>
          <p:cNvSpPr/>
          <p:nvPr/>
        </p:nvSpPr>
        <p:spPr>
          <a:xfrm>
            <a:off x="4434840" y="4041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55" name="Shape 42"/>
          <p:cNvSpPr/>
          <p:nvPr/>
        </p:nvSpPr>
        <p:spPr>
          <a:xfrm>
            <a:off x="4434840" y="4389120"/>
            <a:ext cx="566928" cy="566928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6" name="Image 11" descr="/home/claude/pptx_project/icons/githu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0903" y="4525183"/>
            <a:ext cx="294803" cy="294803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4297680" y="4992624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58" name="Shape 44"/>
          <p:cNvSpPr/>
          <p:nvPr/>
        </p:nvSpPr>
        <p:spPr>
          <a:xfrm>
            <a:off x="5038344" y="4645152"/>
            <a:ext cx="146304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45"/>
          <p:cNvSpPr/>
          <p:nvPr/>
        </p:nvSpPr>
        <p:spPr>
          <a:xfrm>
            <a:off x="5184648" y="4389120"/>
            <a:ext cx="566928" cy="566928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0" name="Image 12" descr="/home/claude/pptx_project/icons/pipelin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20711" y="4525183"/>
            <a:ext cx="294803" cy="294803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5047488" y="4992624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</a:t>
            </a:r>
            <a:endParaRPr lang="en-US" sz="800" dirty="0"/>
          </a:p>
        </p:txBody>
      </p:sp>
      <p:sp>
        <p:nvSpPr>
          <p:cNvPr id="62" name="Shape 47"/>
          <p:cNvSpPr/>
          <p:nvPr/>
        </p:nvSpPr>
        <p:spPr>
          <a:xfrm>
            <a:off x="5788152" y="4645152"/>
            <a:ext cx="146304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48"/>
          <p:cNvSpPr/>
          <p:nvPr/>
        </p:nvSpPr>
        <p:spPr>
          <a:xfrm>
            <a:off x="5934456" y="4389120"/>
            <a:ext cx="566928" cy="566928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4" name="Image 13" descr="/home/claude/pptx_project/icons/codebuil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70519" y="4525183"/>
            <a:ext cx="294803" cy="294803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5797296" y="4992624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</a:t>
            </a:r>
            <a:endParaRPr lang="en-US" sz="800" dirty="0"/>
          </a:p>
        </p:txBody>
      </p:sp>
      <p:sp>
        <p:nvSpPr>
          <p:cNvPr id="66" name="Shape 50"/>
          <p:cNvSpPr/>
          <p:nvPr/>
        </p:nvSpPr>
        <p:spPr>
          <a:xfrm>
            <a:off x="6537960" y="4645152"/>
            <a:ext cx="146304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51"/>
          <p:cNvSpPr/>
          <p:nvPr/>
        </p:nvSpPr>
        <p:spPr>
          <a:xfrm>
            <a:off x="6684264" y="4389120"/>
            <a:ext cx="566928" cy="566928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8" name="Image 14" descr="/home/claude/pptx_project/icons/s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20327" y="4525183"/>
            <a:ext cx="294803" cy="294803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6547104" y="4992624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70" name="Shape 53"/>
          <p:cNvSpPr/>
          <p:nvPr/>
        </p:nvSpPr>
        <p:spPr>
          <a:xfrm>
            <a:off x="7287768" y="4645152"/>
            <a:ext cx="146304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54"/>
          <p:cNvSpPr/>
          <p:nvPr/>
        </p:nvSpPr>
        <p:spPr>
          <a:xfrm>
            <a:off x="7434072" y="4389120"/>
            <a:ext cx="566928" cy="566928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2" name="Image 15" descr="/home/claude/pptx_project/icons/ssm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70135" y="4525183"/>
            <a:ext cx="294803" cy="294803"/>
          </a:xfrm>
          <a:prstGeom prst="rect">
            <a:avLst/>
          </a:prstGeom>
        </p:spPr>
      </p:pic>
      <p:sp>
        <p:nvSpPr>
          <p:cNvPr id="73" name="Text 55"/>
          <p:cNvSpPr/>
          <p:nvPr/>
        </p:nvSpPr>
        <p:spPr>
          <a:xfrm>
            <a:off x="7296912" y="4992624"/>
            <a:ext cx="841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Run</a:t>
            </a:r>
            <a:endParaRPr lang="en-US" sz="800" dirty="0"/>
          </a:p>
        </p:txBody>
      </p:sp>
      <p:sp>
        <p:nvSpPr>
          <p:cNvPr id="74" name="Lightning Bolt 73">
            <a:extLst>
              <a:ext uri="{FF2B5EF4-FFF2-40B4-BE49-F238E27FC236}">
                <a16:creationId xmlns:a16="http://schemas.microsoft.com/office/drawing/2014/main" id="{04EC212B-6CF2-7245-23EA-4D94D4D70800}"/>
              </a:ext>
            </a:extLst>
          </p:cNvPr>
          <p:cNvSpPr/>
          <p:nvPr/>
        </p:nvSpPr>
        <p:spPr>
          <a:xfrm>
            <a:off x="4742249" y="2357323"/>
            <a:ext cx="285293" cy="314553"/>
          </a:xfrm>
          <a:prstGeom prst="lightningBol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Flowchart: Multidocument 74">
            <a:extLst>
              <a:ext uri="{FF2B5EF4-FFF2-40B4-BE49-F238E27FC236}">
                <a16:creationId xmlns:a16="http://schemas.microsoft.com/office/drawing/2014/main" id="{362BFDA6-511E-8314-EC2F-48098476A8AA}"/>
              </a:ext>
            </a:extLst>
          </p:cNvPr>
          <p:cNvSpPr/>
          <p:nvPr/>
        </p:nvSpPr>
        <p:spPr>
          <a:xfrm>
            <a:off x="816102" y="4551195"/>
            <a:ext cx="406908" cy="374904"/>
          </a:xfrm>
          <a:prstGeom prst="flowChartMultidocumen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00232" y="201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94360" cy="59436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pptx_project/icons/a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83428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24231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(AWS)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1463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480560" y="1691640"/>
            <a:ext cx="594360" cy="59436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x_project/icons/terra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206" y="183428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Automation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80560" y="24231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1463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275320" y="1691640"/>
            <a:ext cx="594360" cy="59436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pptx_project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183428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684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75320" y="24231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EC2 · ALB · Auto Scaling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IAM · CloudWatch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· CloudTrail · SSM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8404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85800" y="4069080"/>
            <a:ext cx="594360" cy="59436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pptx_project/icons/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" y="4211726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85800" y="48006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51960" y="38404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480560" y="4069080"/>
            <a:ext cx="594360" cy="59436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home/claude/pptx_project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3206" y="4211726"/>
            <a:ext cx="309067" cy="30906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480560" y="48006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YAML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46720" y="38404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8275320" y="4069080"/>
            <a:ext cx="594360" cy="59436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/home/claude/pptx_project/icons/ngin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7966" y="4211726"/>
            <a:ext cx="309067" cy="30906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0684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275320" y="48006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</p:txBody>
      </p:sp>
      <p:sp>
        <p:nvSpPr>
          <p:cNvPr id="35" name="Flowchart: Multidocument 34">
            <a:extLst>
              <a:ext uri="{FF2B5EF4-FFF2-40B4-BE49-F238E27FC236}">
                <a16:creationId xmlns:a16="http://schemas.microsoft.com/office/drawing/2014/main" id="{B70164A4-5445-AB89-3988-9E3FB8A00853}"/>
              </a:ext>
            </a:extLst>
          </p:cNvPr>
          <p:cNvSpPr/>
          <p:nvPr/>
        </p:nvSpPr>
        <p:spPr>
          <a:xfrm>
            <a:off x="4623205" y="1834286"/>
            <a:ext cx="309067" cy="300372"/>
          </a:xfrm>
          <a:prstGeom prst="flowChartMultidocumen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Speech Bubble: Oval 35">
            <a:extLst>
              <a:ext uri="{FF2B5EF4-FFF2-40B4-BE49-F238E27FC236}">
                <a16:creationId xmlns:a16="http://schemas.microsoft.com/office/drawing/2014/main" id="{2A3ECB66-8AD7-C3F8-7170-8F5891CDFE28}"/>
              </a:ext>
            </a:extLst>
          </p:cNvPr>
          <p:cNvSpPr/>
          <p:nvPr/>
        </p:nvSpPr>
        <p:spPr>
          <a:xfrm>
            <a:off x="8417966" y="4187281"/>
            <a:ext cx="309067" cy="291694"/>
          </a:xfrm>
          <a:prstGeom prst="wedgeEllipseCallo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00232" y="201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Implementation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1856232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pptx_project/icons/terra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805" y="2031797"/>
            <a:ext cx="380390" cy="3803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23944" y="2153412"/>
            <a:ext cx="393192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7200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736592" y="16459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736592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86600" y="1856232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/home/claude/pptx_project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165" y="2031797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54880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47304" y="2153412"/>
            <a:ext cx="393192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59536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759952" y="16459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8759952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109960" y="1856232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2" descr="/home/claude/pptx_project/icons/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5525" y="2031797"/>
            <a:ext cx="380390" cy="38039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778240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Nginx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94360" y="2953512"/>
            <a:ext cx="146304" cy="265176"/>
          </a:xfrm>
          <a:prstGeom prst="down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548640" y="3246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713232" y="33832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713232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3063240" y="3593592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3" descr="/home/claude/pptx_project/icons/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805" y="3769157"/>
            <a:ext cx="380390" cy="38039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1520" y="4023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4123944" y="3890772"/>
            <a:ext cx="393192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4572000" y="3246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4736592" y="33832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/>
          <p:nvPr/>
        </p:nvSpPr>
        <p:spPr>
          <a:xfrm>
            <a:off x="4736592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086600" y="3593592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4" descr="/home/claude/pptx_project/icons/pipe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2165" y="3769157"/>
            <a:ext cx="380390" cy="38039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754880" y="4023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8147304" y="3890772"/>
            <a:ext cx="393192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3"/>
          <p:cNvSpPr/>
          <p:nvPr/>
        </p:nvSpPr>
        <p:spPr>
          <a:xfrm>
            <a:off x="8595360" y="3246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4"/>
          <p:cNvSpPr/>
          <p:nvPr/>
        </p:nvSpPr>
        <p:spPr>
          <a:xfrm>
            <a:off x="8759952" y="33832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5"/>
          <p:cNvSpPr/>
          <p:nvPr/>
        </p:nvSpPr>
        <p:spPr>
          <a:xfrm>
            <a:off x="8759952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11109960" y="3593592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5" descr="/home/claude/pptx_project/icons/codebui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85525" y="3769157"/>
            <a:ext cx="380390" cy="38039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778240" y="4023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</a:t>
            </a:r>
            <a:endParaRPr lang="en-US" sz="1400" dirty="0"/>
          </a:p>
        </p:txBody>
      </p:sp>
      <p:sp>
        <p:nvSpPr>
          <p:cNvPr id="46" name="Shape 38"/>
          <p:cNvSpPr/>
          <p:nvPr/>
        </p:nvSpPr>
        <p:spPr>
          <a:xfrm>
            <a:off x="594360" y="4690872"/>
            <a:ext cx="146304" cy="265176"/>
          </a:xfrm>
          <a:prstGeom prst="down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39"/>
          <p:cNvSpPr/>
          <p:nvPr/>
        </p:nvSpPr>
        <p:spPr>
          <a:xfrm>
            <a:off x="548640" y="4983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0"/>
          <p:cNvSpPr/>
          <p:nvPr/>
        </p:nvSpPr>
        <p:spPr>
          <a:xfrm>
            <a:off x="713232" y="51206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1"/>
          <p:cNvSpPr/>
          <p:nvPr/>
        </p:nvSpPr>
        <p:spPr>
          <a:xfrm>
            <a:off x="713232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0" name="Shape 42"/>
          <p:cNvSpPr/>
          <p:nvPr/>
        </p:nvSpPr>
        <p:spPr>
          <a:xfrm>
            <a:off x="3063240" y="5330952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Image 6" descr="/home/claude/pptx_project/icons/s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805" y="5506517"/>
            <a:ext cx="380390" cy="38039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731520" y="5760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400" dirty="0"/>
          </a:p>
        </p:txBody>
      </p:sp>
      <p:sp>
        <p:nvSpPr>
          <p:cNvPr id="53" name="Shape 44"/>
          <p:cNvSpPr/>
          <p:nvPr/>
        </p:nvSpPr>
        <p:spPr>
          <a:xfrm>
            <a:off x="4123944" y="5628132"/>
            <a:ext cx="393192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45"/>
          <p:cNvSpPr/>
          <p:nvPr/>
        </p:nvSpPr>
        <p:spPr>
          <a:xfrm>
            <a:off x="4572000" y="4983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46"/>
          <p:cNvSpPr/>
          <p:nvPr/>
        </p:nvSpPr>
        <p:spPr>
          <a:xfrm>
            <a:off x="4736592" y="51206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47"/>
          <p:cNvSpPr/>
          <p:nvPr/>
        </p:nvSpPr>
        <p:spPr>
          <a:xfrm>
            <a:off x="4736592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7" name="Shape 48"/>
          <p:cNvSpPr/>
          <p:nvPr/>
        </p:nvSpPr>
        <p:spPr>
          <a:xfrm>
            <a:off x="7086600" y="5330952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8" name="Image 7" descr="/home/claude/pptx_project/icons/ss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2165" y="5506517"/>
            <a:ext cx="380390" cy="38039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4754880" y="5760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Run Command</a:t>
            </a:r>
            <a:endParaRPr lang="en-US" sz="1400" dirty="0"/>
          </a:p>
        </p:txBody>
      </p:sp>
      <p:sp>
        <p:nvSpPr>
          <p:cNvPr id="60" name="Shape 50"/>
          <p:cNvSpPr/>
          <p:nvPr/>
        </p:nvSpPr>
        <p:spPr>
          <a:xfrm>
            <a:off x="8147304" y="5628132"/>
            <a:ext cx="393192" cy="128016"/>
          </a:xfrm>
          <a:prstGeom prst="rightArrow">
            <a:avLst/>
          </a:prstGeom>
          <a:solidFill>
            <a:srgbClr val="0F7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1"/>
          <p:cNvSpPr/>
          <p:nvPr/>
        </p:nvSpPr>
        <p:spPr>
          <a:xfrm>
            <a:off x="8595360" y="4983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52"/>
          <p:cNvSpPr/>
          <p:nvPr/>
        </p:nvSpPr>
        <p:spPr>
          <a:xfrm>
            <a:off x="8759952" y="51206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3"/>
          <p:cNvSpPr/>
          <p:nvPr/>
        </p:nvSpPr>
        <p:spPr>
          <a:xfrm>
            <a:off x="8759952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64" name="Shape 54"/>
          <p:cNvSpPr/>
          <p:nvPr/>
        </p:nvSpPr>
        <p:spPr>
          <a:xfrm>
            <a:off x="11109960" y="5330952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5" name="Image 8" descr="/home/claude/pptx_project/icons/rocke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85525" y="5506517"/>
            <a:ext cx="380390" cy="380390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8778240" y="5760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Deployment</a:t>
            </a:r>
            <a:endParaRPr lang="en-US" sz="1400" dirty="0"/>
          </a:p>
        </p:txBody>
      </p:sp>
      <p:sp>
        <p:nvSpPr>
          <p:cNvPr id="67" name="Star: 4 Points 66">
            <a:extLst>
              <a:ext uri="{FF2B5EF4-FFF2-40B4-BE49-F238E27FC236}">
                <a16:creationId xmlns:a16="http://schemas.microsoft.com/office/drawing/2014/main" id="{D13D1BED-C4F2-1946-949B-15A7DEE679D9}"/>
              </a:ext>
            </a:extLst>
          </p:cNvPr>
          <p:cNvSpPr/>
          <p:nvPr/>
        </p:nvSpPr>
        <p:spPr>
          <a:xfrm>
            <a:off x="3192011" y="2017741"/>
            <a:ext cx="437402" cy="450799"/>
          </a:xfrm>
          <a:prstGeom prst="star4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00232" y="201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Security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pptx_project/icons/cloud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</a:t>
            </a:r>
            <a:endParaRPr lang="en-US" sz="15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Metrics</a:t>
            </a:r>
            <a:endParaRPr lang="en-US" sz="15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Logs</a:t>
            </a:r>
            <a:endParaRPr lang="en-US" sz="15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Alarms</a:t>
            </a:r>
            <a:endParaRPr lang="en-US" sz="15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Email Notifications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463040"/>
            <a:ext cx="5422392" cy="4754880"/>
          </a:xfrm>
          <a:prstGeom prst="roundRect">
            <a:avLst>
              <a:gd name="adj" fmla="val 1538"/>
            </a:avLst>
          </a:prstGeom>
          <a:solidFill>
            <a:srgbClr val="DCEEF0"/>
          </a:solidFill>
          <a:ln w="12700">
            <a:solidFill>
              <a:srgbClr val="DCE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629400" y="17373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x_project/icons/secu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19019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7512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5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</a:t>
            </a:r>
            <a:endParaRPr lang="en-US" sz="15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5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Isolation</a:t>
            </a:r>
            <a:endParaRPr lang="en-US" sz="15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Audit Logging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00232" y="201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pic>
        <p:nvPicPr>
          <p:cNvPr id="5" name="Image 0" descr="/home/claude/pptx_projec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4538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successfully provisioned</a:t>
            </a:r>
            <a:endParaRPr lang="en-US" sz="1350" dirty="0"/>
          </a:p>
        </p:txBody>
      </p:sp>
      <p:pic>
        <p:nvPicPr>
          <p:cNvPr id="7" name="Image 1" descr="/home/claude/pptx_projec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9568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deployed</a:t>
            </a:r>
            <a:endParaRPr lang="en-US" sz="1350" dirty="0"/>
          </a:p>
        </p:txBody>
      </p:sp>
      <p:pic>
        <p:nvPicPr>
          <p:cNvPr id="9" name="Image 2" descr="/home/claude/pptx_projec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4597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working successfully</a:t>
            </a:r>
            <a:endParaRPr lang="en-US" sz="1350" dirty="0"/>
          </a:p>
        </p:txBody>
      </p:sp>
      <p:pic>
        <p:nvPicPr>
          <p:cNvPr id="11" name="Image 3" descr="/home/claude/pptx_projec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2962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configured</a:t>
            </a:r>
            <a:endParaRPr lang="en-US" sz="1350" dirty="0"/>
          </a:p>
        </p:txBody>
      </p:sp>
      <p:pic>
        <p:nvPicPr>
          <p:cNvPr id="13" name="Image 4" descr="/home/claude/pptx_projec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2044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8680" y="34655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enabled</a:t>
            </a:r>
            <a:endParaRPr lang="en-US" sz="1350" dirty="0"/>
          </a:p>
        </p:txBody>
      </p:sp>
      <p:pic>
        <p:nvPicPr>
          <p:cNvPr id="15" name="Image 5" descr="/home/claude/pptx_projec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68680" y="39684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 configured</a:t>
            </a:r>
            <a:endParaRPr lang="en-US" sz="1350" dirty="0"/>
          </a:p>
        </p:txBody>
      </p:sp>
      <p:pic>
        <p:nvPicPr>
          <p:cNvPr id="17" name="Image 6" descr="/home/claude/pptx_projec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26280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68680" y="44714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deployment achieved</a:t>
            </a:r>
            <a:endParaRPr lang="en-US" sz="1350" dirty="0"/>
          </a:p>
        </p:txBody>
      </p:sp>
      <p:sp>
        <p:nvSpPr>
          <p:cNvPr id="19" name="Shape 10"/>
          <p:cNvSpPr/>
          <p:nvPr/>
        </p:nvSpPr>
        <p:spPr>
          <a:xfrm>
            <a:off x="6400800" y="1508760"/>
            <a:ext cx="1920240" cy="4023360"/>
          </a:xfrm>
          <a:prstGeom prst="roundRect">
            <a:avLst>
              <a:gd name="adj" fmla="val 3810"/>
            </a:avLst>
          </a:prstGeom>
          <a:solidFill>
            <a:srgbClr val="F3F5F6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1"/>
          <p:cNvSpPr/>
          <p:nvPr/>
        </p:nvSpPr>
        <p:spPr>
          <a:xfrm>
            <a:off x="6537960" y="1645920"/>
            <a:ext cx="1645920" cy="32461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2"/>
          <p:cNvSpPr/>
          <p:nvPr/>
        </p:nvSpPr>
        <p:spPr>
          <a:xfrm>
            <a:off x="7086600" y="2926080"/>
            <a:ext cx="548640" cy="5486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7" descr="/home/claude/pptx_project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274" y="3057754"/>
            <a:ext cx="285293" cy="28529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537960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900" dirty="0"/>
          </a:p>
        </p:txBody>
      </p:sp>
      <p:sp>
        <p:nvSpPr>
          <p:cNvPr id="24" name="Text 14"/>
          <p:cNvSpPr/>
          <p:nvPr/>
        </p:nvSpPr>
        <p:spPr>
          <a:xfrm>
            <a:off x="6537960" y="4983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8458200" y="1508760"/>
            <a:ext cx="1920240" cy="4023360"/>
          </a:xfrm>
          <a:prstGeom prst="roundRect">
            <a:avLst>
              <a:gd name="adj" fmla="val 3810"/>
            </a:avLst>
          </a:prstGeom>
          <a:solidFill>
            <a:srgbClr val="F3F5F6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6"/>
          <p:cNvSpPr/>
          <p:nvPr/>
        </p:nvSpPr>
        <p:spPr>
          <a:xfrm>
            <a:off x="8595360" y="1645920"/>
            <a:ext cx="1645920" cy="32461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17"/>
          <p:cNvSpPr/>
          <p:nvPr/>
        </p:nvSpPr>
        <p:spPr>
          <a:xfrm>
            <a:off x="9144000" y="2926080"/>
            <a:ext cx="548640" cy="5486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8" descr="/home/claude/pptx_project/icons/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5674" y="3057754"/>
            <a:ext cx="285293" cy="28529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595360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900" dirty="0"/>
          </a:p>
        </p:txBody>
      </p:sp>
      <p:sp>
        <p:nvSpPr>
          <p:cNvPr id="30" name="Text 19"/>
          <p:cNvSpPr/>
          <p:nvPr/>
        </p:nvSpPr>
        <p:spPr>
          <a:xfrm>
            <a:off x="8595360" y="4983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 Success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10515600" y="1508760"/>
            <a:ext cx="1920240" cy="4023360"/>
          </a:xfrm>
          <a:prstGeom prst="roundRect">
            <a:avLst>
              <a:gd name="adj" fmla="val 3810"/>
            </a:avLst>
          </a:prstGeom>
          <a:solidFill>
            <a:srgbClr val="F3F5F6"/>
          </a:solidFill>
          <a:ln w="12700">
            <a:solidFill>
              <a:srgbClr val="D7E4E8"/>
            </a:solidFill>
            <a:prstDash val="solid"/>
          </a:ln>
          <a:effectLst>
            <a:outerShdw blurRad="101600" dist="25400" dir="5400000" algn="bl" rotWithShape="0">
              <a:srgbClr val="9AB4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1"/>
          <p:cNvSpPr/>
          <p:nvPr/>
        </p:nvSpPr>
        <p:spPr>
          <a:xfrm>
            <a:off x="10652760" y="1645920"/>
            <a:ext cx="1645920" cy="32461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2"/>
          <p:cNvSpPr/>
          <p:nvPr/>
        </p:nvSpPr>
        <p:spPr>
          <a:xfrm>
            <a:off x="11201400" y="2926080"/>
            <a:ext cx="548640" cy="548640"/>
          </a:xfrm>
          <a:prstGeom prst="ellipse">
            <a:avLst/>
          </a:prstGeom>
          <a:solidFill>
            <a:srgbClr val="DCEE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9" descr="/home/claude/pptx_project/icons/cloudw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3074" y="3057754"/>
            <a:ext cx="285293" cy="285293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0652760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900" dirty="0"/>
          </a:p>
        </p:txBody>
      </p:sp>
      <p:sp>
        <p:nvSpPr>
          <p:cNvPr id="36" name="Text 24"/>
          <p:cNvSpPr/>
          <p:nvPr/>
        </p:nvSpPr>
        <p:spPr>
          <a:xfrm>
            <a:off x="10652760" y="4983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00232" y="201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x_project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361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pic>
        <p:nvPicPr>
          <p:cNvPr id="8" name="Image 1" descr="/home/claude/pptx_project/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3619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20840" y="14173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103120"/>
            <a:ext cx="55778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6126480" y="2103120"/>
            <a:ext cx="55778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731520" y="2103120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automation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55080" y="2103120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AWS Systems Manager Run Command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898648"/>
            <a:ext cx="5577840" cy="704088"/>
          </a:xfrm>
          <a:prstGeom prst="roundRect">
            <a:avLst>
              <a:gd name="adj" fmla="val 10390"/>
            </a:avLst>
          </a:prstGeom>
          <a:solidFill>
            <a:srgbClr val="DCEEF0"/>
          </a:solidFill>
          <a:ln w="12700">
            <a:solidFill>
              <a:srgbClr val="DCE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126480" y="2898648"/>
            <a:ext cx="5577840" cy="704088"/>
          </a:xfrm>
          <a:prstGeom prst="roundRect">
            <a:avLst>
              <a:gd name="adj" fmla="val 10390"/>
            </a:avLst>
          </a:prstGeom>
          <a:solidFill>
            <a:srgbClr val="DCEEF0"/>
          </a:solidFill>
          <a:ln w="12700">
            <a:solidFill>
              <a:srgbClr val="DCE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731520" y="2898648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permission issues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355080" y="2898648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IAM Roles and Policies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3694176"/>
            <a:ext cx="55778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126480" y="3694176"/>
            <a:ext cx="55778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731520" y="3694176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configuration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355080" y="3694176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buildspec.yml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4489704"/>
            <a:ext cx="5577840" cy="704088"/>
          </a:xfrm>
          <a:prstGeom prst="roundRect">
            <a:avLst>
              <a:gd name="adj" fmla="val 10390"/>
            </a:avLst>
          </a:prstGeom>
          <a:solidFill>
            <a:srgbClr val="DCEEF0"/>
          </a:solidFill>
          <a:ln w="12700">
            <a:solidFill>
              <a:srgbClr val="DCE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6126480" y="4489704"/>
            <a:ext cx="5577840" cy="704088"/>
          </a:xfrm>
          <a:prstGeom prst="roundRect">
            <a:avLst>
              <a:gd name="adj" fmla="val 10390"/>
            </a:avLst>
          </a:prstGeom>
          <a:solidFill>
            <a:srgbClr val="DCEEF0"/>
          </a:solidFill>
          <a:ln w="12700">
            <a:solidFill>
              <a:srgbClr val="DCE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731520" y="4489704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deployment issues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355080" y="4489704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deployment script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5285232"/>
            <a:ext cx="55778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6126480" y="5285232"/>
            <a:ext cx="55778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731520" y="5285232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deployment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355080" y="5285232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artifacts in Amazon S3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754880" cy="4754880"/>
          </a:xfrm>
          <a:prstGeom prst="ellipse">
            <a:avLst/>
          </a:prstGeom>
          <a:solidFill>
            <a:srgbClr val="0F4C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0F4C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cloud-native web application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infrastructure and deployment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scalability and availability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monitoring and security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AWS and DevOps experience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02920" cy="502920"/>
          </a:xfrm>
          <a:prstGeom prst="ellipse">
            <a:avLst/>
          </a:prstGeom>
          <a:solidFill>
            <a:srgbClr val="0F4C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pptx_project/icons/do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61" y="194950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31152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006840" y="1828800"/>
            <a:ext cx="502920" cy="502920"/>
          </a:xfrm>
          <a:prstGeom prst="ellipse">
            <a:avLst/>
          </a:prstGeom>
          <a:solidFill>
            <a:srgbClr val="0F4C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x_project/icons/kuberne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541" y="194950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28632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(Amazon EKS)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2697480"/>
            <a:ext cx="502920" cy="502920"/>
          </a:xfrm>
          <a:prstGeom prst="ellipse">
            <a:avLst/>
          </a:prstGeom>
          <a:solidFill>
            <a:srgbClr val="0F4C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pptx_project/icons/w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061" y="28181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31152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006840" y="2697480"/>
            <a:ext cx="502920" cy="502920"/>
          </a:xfrm>
          <a:prstGeom prst="ellipse">
            <a:avLst/>
          </a:prstGeom>
          <a:solidFill>
            <a:srgbClr val="0F4C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pptx_project/icons/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7541" y="281818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28632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09360" y="3566160"/>
            <a:ext cx="502920" cy="502920"/>
          </a:xfrm>
          <a:prstGeom prst="ellipse">
            <a:avLst/>
          </a:prstGeom>
          <a:solidFill>
            <a:srgbClr val="0F4C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/home/claude/pptx_project/icons/vi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0061" y="368686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31152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9006840" y="3566160"/>
            <a:ext cx="502920" cy="502920"/>
          </a:xfrm>
          <a:prstGeom prst="ellipse">
            <a:avLst/>
          </a:prstGeom>
          <a:solidFill>
            <a:srgbClr val="0F4C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5" descr="/home/claude/pptx_project/icons/chart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7541" y="3686861"/>
            <a:ext cx="261518" cy="26151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28632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Monitoring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2E6B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8" name="Text 20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Flowchart: Punched Tape 28">
            <a:extLst>
              <a:ext uri="{FF2B5EF4-FFF2-40B4-BE49-F238E27FC236}">
                <a16:creationId xmlns:a16="http://schemas.microsoft.com/office/drawing/2014/main" id="{53F53807-3DE4-B9CA-94C1-87B9AC62B022}"/>
              </a:ext>
            </a:extLst>
          </p:cNvPr>
          <p:cNvSpPr/>
          <p:nvPr/>
        </p:nvSpPr>
        <p:spPr>
          <a:xfrm>
            <a:off x="6430060" y="1936731"/>
            <a:ext cx="261519" cy="287058"/>
          </a:xfrm>
          <a:prstGeom prst="flowChartPunchedTap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ibbon: Tilted Down 29">
            <a:extLst>
              <a:ext uri="{FF2B5EF4-FFF2-40B4-BE49-F238E27FC236}">
                <a16:creationId xmlns:a16="http://schemas.microsoft.com/office/drawing/2014/main" id="{DDF3142B-6918-B513-99C5-B2CC9E046CBB}"/>
              </a:ext>
            </a:extLst>
          </p:cNvPr>
          <p:cNvSpPr/>
          <p:nvPr/>
        </p:nvSpPr>
        <p:spPr>
          <a:xfrm>
            <a:off x="9061704" y="2008503"/>
            <a:ext cx="333352" cy="255712"/>
          </a:xfrm>
          <a:prstGeom prst="ribb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Smiley Face 30">
            <a:extLst>
              <a:ext uri="{FF2B5EF4-FFF2-40B4-BE49-F238E27FC236}">
                <a16:creationId xmlns:a16="http://schemas.microsoft.com/office/drawing/2014/main" id="{C9ED0A38-02B6-9E31-411B-8F02B02659F0}"/>
              </a:ext>
            </a:extLst>
          </p:cNvPr>
          <p:cNvSpPr/>
          <p:nvPr/>
        </p:nvSpPr>
        <p:spPr>
          <a:xfrm>
            <a:off x="7240559" y="5257801"/>
            <a:ext cx="404249" cy="365760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509</Words>
  <Application>Microsoft Office PowerPoint</Application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Shaziya</cp:lastModifiedBy>
  <cp:revision>3</cp:revision>
  <dcterms:created xsi:type="dcterms:W3CDTF">2026-07-14T15:21:46Z</dcterms:created>
  <dcterms:modified xsi:type="dcterms:W3CDTF">2026-07-16T15:11:33Z</dcterms:modified>
</cp:coreProperties>
</file>